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d9c6dd6e884051" /><Relationship Type="http://schemas.openxmlformats.org/officeDocument/2006/relationships/extended-properties" Target="/docProps/app.xml" Id="Reccd87135482411e" /><Relationship Type="http://schemas.openxmlformats.org/officeDocument/2006/relationships/officeDocument" Target="/ppt/presentation.xml" Id="R747deb9f06154d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1a4428bb5c476a"/>
  </p:sldMasterIdLst>
  <p:notesMasterIdLst>
    <p:notesMasterId xmlns:r="http://schemas.openxmlformats.org/officeDocument/2006/relationships" r:id="R68fc1915c4ac4dbe"/>
  </p:notesMasterIdLst>
  <p:sldIdLst>
    <p:sldId xmlns:r="http://schemas.openxmlformats.org/officeDocument/2006/relationships" id="256" r:id="Rf5f496e12c574694"/>
    <p:sldId xmlns:r="http://schemas.openxmlformats.org/officeDocument/2006/relationships" id="257" r:id="R10904fa4653e4426"/>
    <p:sldId xmlns:r="http://schemas.openxmlformats.org/officeDocument/2006/relationships" id="258" r:id="Ra2f26c745ba84f4a"/>
    <p:sldId xmlns:r="http://schemas.openxmlformats.org/officeDocument/2006/relationships" id="259" r:id="Rec47045afd0e4d30"/>
    <p:sldId xmlns:r="http://schemas.openxmlformats.org/officeDocument/2006/relationships" id="260" r:id="R237393b89da34858"/>
    <p:sldId xmlns:r="http://schemas.openxmlformats.org/officeDocument/2006/relationships" id="261" r:id="R33d1bd8840c24057"/>
    <p:sldId xmlns:r="http://schemas.openxmlformats.org/officeDocument/2006/relationships" id="262" r:id="Rb6ff7ef44a384b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7a048bd7e24e4d" /><Relationship Type="http://schemas.openxmlformats.org/officeDocument/2006/relationships/slideMaster" Target="/ppt/slideMasters/slideMaster1.xml" Id="R601a4428bb5c476a" /><Relationship Type="http://schemas.openxmlformats.org/officeDocument/2006/relationships/notesMaster" Target="/ppt/notesMasters/notesMaster1.xml" Id="R68fc1915c4ac4dbe" /><Relationship Type="http://schemas.openxmlformats.org/officeDocument/2006/relationships/presProps" Target="/ppt/presProps.xml" Id="R5c61bea48bf54f3b" /><Relationship Type="http://schemas.openxmlformats.org/officeDocument/2006/relationships/tableStyles" Target="/ppt/tableStyles.xml" Id="R52ab3607e0b44ea5" /><Relationship Type="http://schemas.openxmlformats.org/officeDocument/2006/relationships/slide" Target="/ppt/slides/slide1.xml" Id="Rf5f496e12c574694" /><Relationship Type="http://schemas.openxmlformats.org/officeDocument/2006/relationships/slide" Target="/ppt/slides/slide2.xml" Id="R10904fa4653e4426" /><Relationship Type="http://schemas.openxmlformats.org/officeDocument/2006/relationships/slide" Target="/ppt/slides/slide3.xml" Id="Ra2f26c745ba84f4a" /><Relationship Type="http://schemas.openxmlformats.org/officeDocument/2006/relationships/slide" Target="/ppt/slides/slide4.xml" Id="Rec47045afd0e4d30" /><Relationship Type="http://schemas.openxmlformats.org/officeDocument/2006/relationships/slide" Target="/ppt/slides/slide5.xml" Id="R237393b89da34858" /><Relationship Type="http://schemas.openxmlformats.org/officeDocument/2006/relationships/slide" Target="/ppt/slides/slide6.xml" Id="R33d1bd8840c24057" /><Relationship Type="http://schemas.openxmlformats.org/officeDocument/2006/relationships/slide" Target="/ppt/slides/slide7.xml" Id="Rb6ff7ef44a384b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5dae02897c49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28014acdd4405c" /><Relationship Type="http://schemas.openxmlformats.org/officeDocument/2006/relationships/notesMaster" Target="/ppt/notesMasters/notesMaster1.xml" Id="R336b250db0594f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bd341a20c2496b" /><Relationship Type="http://schemas.openxmlformats.org/officeDocument/2006/relationships/notesMaster" Target="/ppt/notesMasters/notesMaster1.xml" Id="Rd53540cc59d943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736b2f67114cb2" /><Relationship Type="http://schemas.openxmlformats.org/officeDocument/2006/relationships/notesMaster" Target="/ppt/notesMasters/notesMaster1.xml" Id="R2af3cdfd37e44a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78d760b494e86" /><Relationship Type="http://schemas.openxmlformats.org/officeDocument/2006/relationships/notesMaster" Target="/ppt/notesMasters/notesMaster1.xml" Id="R2d6150844e5046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27a8505dd54980" /><Relationship Type="http://schemas.openxmlformats.org/officeDocument/2006/relationships/notesMaster" Target="/ppt/notesMasters/notesMaster1.xml" Id="R673ec940ce7348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dcd2d1105641e1" /><Relationship Type="http://schemas.openxmlformats.org/officeDocument/2006/relationships/notesMaster" Target="/ppt/notesMasters/notesMaster1.xml" Id="R6446d850d0b848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43042378334194" /><Relationship Type="http://schemas.openxmlformats.org/officeDocument/2006/relationships/notesMaster" Target="/ppt/notesMasters/notesMaster1.xml" Id="Rced94a68bf18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20秒：说明题目与限定范围。替换全部方括号提示。主讲7页共5分钟；之后1分钟展示运行证据、1分30秒指定成员答问、30秒换组，共8分钟。</a:t>
            </a:r>
          </a:p>
          <a:p xmlns:a="http://schemas.openxmlformats.org/drawingml/2006/main">
            <a:r>
              <a:t>格式：16:9，正文不小于20磅；最终提交PPTX与PDF。截止：2026年11月22日24:00。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35秒：清楚描述NLP任务；只说与本组实验有关的问题，不铺陈整篇论文。</a:t>
            </a:r>
          </a:p>
          <a:p xmlns:a="http://schemas.openxmlformats.org/drawingml/2006/main">
            <a:r>
              <a:t>格式：16:9，正文不小于20磅；最终提交PPTX与PDF。截止：2026年11月22日24:00。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40秒：可将这页替换成自己绘制的可编辑流程图，标清输入输出。引用原图须注明来源。</a:t>
            </a:r>
          </a:p>
          <a:p xmlns:a="http://schemas.openxmlformats.org/drawingml/2006/main">
            <a:r>
              <a:t>格式：16:9，正文不小于20磅；最终提交PPTX与PDF。截止：2026年11月22日24:00。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45秒：基线与目标方法使用同一评价集。训练按任务使用3个种子，生成/确定性评价说明适合的重复或配对统计。</a:t>
            </a:r>
          </a:p>
          <a:p xmlns:a="http://schemas.openxmlformats.org/drawingml/2006/main">
            <a:r>
              <a:t>格式：16:9，正文不小于20磅；最终提交PPTX与PDF。截止：2026年11月22日24:00。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70秒：先给比较结论，再指出表中证据。条件不同不能把本组数值与原表硬对齐。不要用最高单次分数代替均值和波动。</a:t>
            </a:r>
          </a:p>
          <a:p xmlns:a="http://schemas.openxmlformats.org/drawingml/2006/main">
            <a:r>
              <a:t>格式：16:9，正文不小于20磅；最终提交PPTX与PDF。截止：2026年11月22日24:00。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50秒：报告正文展示代表案例，完整至少10例放附录。可以报告负结果；不要把猜测写成已证实原因。</a:t>
            </a:r>
          </a:p>
          <a:p xmlns:a="http://schemas.openxmlformats.org/drawingml/2006/main">
            <a:r>
              <a:t>格式：16:9，正文不小于20磅；最终提交PPTX与PDF。截止：2026年11月22日24:00。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40秒：结束主讲。接下来打开README、代码入口和逐条结果，展示1分钟运行证据。不现场重训；可准备短录屏作为环境故障备份。</a:t>
            </a:r>
          </a:p>
          <a:p xmlns:a="http://schemas.openxmlformats.org/drawingml/2006/main">
            <a:r>
              <a:t>格式：16:9，正文不小于20磅；最终提交PPTX与PDF。截止：2026年11月22日24:00。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e4d9060e54d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44e08362c140bb" /><Relationship Type="http://schemas.openxmlformats.org/officeDocument/2006/relationships/slideLayout" Target="/ppt/slideLayouts/slideLayout1.xml" Id="Raa1149171b5c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149171b5c44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fef83244f4563" /><Relationship Type="http://schemas.openxmlformats.org/officeDocument/2006/relationships/notesSlide" Target="/ppt/notesSlides/notesSlide1.xml" Id="R027b07387c7b45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e6a5008b040b6" /><Relationship Type="http://schemas.openxmlformats.org/officeDocument/2006/relationships/notesSlide" Target="/ppt/notesSlides/notesSlide2.xml" Id="R4dc29785532f48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029d400174be4" /><Relationship Type="http://schemas.openxmlformats.org/officeDocument/2006/relationships/notesSlide" Target="/ppt/notesSlides/notesSlide3.xml" Id="Rbef6a559f630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1835b14594617" /><Relationship Type="http://schemas.openxmlformats.org/officeDocument/2006/relationships/notesSlide" Target="/ppt/notesSlides/notesSlide4.xml" Id="Rf78a052b757f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990be1c8445b4" /><Relationship Type="http://schemas.openxmlformats.org/officeDocument/2006/relationships/notesSlide" Target="/ppt/notesSlides/notesSlide5.xml" Id="R7a1b112d0ed944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73cc10f544738" /><Relationship Type="http://schemas.openxmlformats.org/officeDocument/2006/relationships/notesSlide" Target="/ppt/notesSlides/notesSlide6.xml" Id="Rf4ae529c94f843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71ca01b0f48cc" /><Relationship Type="http://schemas.openxmlformats.org/officeDocument/2006/relationships/notesSlide" Target="/ppt/notesSlides/notesSlide7.xml" Id="R8d8c1ded660b48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9781A-F55E-4340-94F3-65864CB7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论文部分复现｜[本组实验题目]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48531-4AB2-4D53-82EB-1B453F85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[论文全名、作者、会议与年份]</a:t>
            </a:r>
          </a:p>
          <a:p xmlns:a="http://schemas.openxmlformats.org/drawingml/2006/main">
            <a:pPr>
              <a:defRPr sz="2625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[G编号] · [P编号] · [四名成员]</a:t>
            </a:r>
          </a:p>
          <a:p xmlns:a="http://schemas.openxmlformats.org/drawingml/2006/main">
            <a:pPr>
              <a:defRPr sz="2625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625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[原设置部分复现 / 缩规模 / 方法迁移]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03E4C-0CCB-44ED-8A67-19265DE5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7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7887"/>
                </a:solidFill>
                <a:latin typeface="Heiti TC"/>
                <a:ea typeface="Heiti TC"/>
                <a:cs typeface="Heiti TC"/>
              </a:rPr>
              <a:t>1 / 7 · NLP 项目实践 2026</a:t>
            </a:r>
          </a:p>
        </p:txBody>
      </p:sp>
    </p:spTree>
    <p:extLst>
      <p:ext uri="{BB962C8B-B14F-4D97-AF65-F5344CB8AC3E}">
        <p14:creationId xmlns:p14="http://schemas.microsoft.com/office/powerpoint/2010/main" val="1710471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687D1-7E7D-4819-A911-A099670D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研究问题与复现范围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40010-808E-4520-BFE4-42F5BFE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输入：[文本或样本是什么]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输出：[要预测、生成或评价什么]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原文定位：[小节 / 表格 / 行列]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本组问题：[希望检验哪一条结论]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8AEA4-53E3-4BB2-9859-ECCCA34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7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7887"/>
                </a:solidFill>
                <a:latin typeface="Heiti TC"/>
                <a:ea typeface="Heiti TC"/>
                <a:cs typeface="Heiti TC"/>
              </a:rPr>
              <a:t>2 / 7 · NLP 项目实践 2026</a:t>
            </a:r>
          </a:p>
        </p:txBody>
      </p:sp>
    </p:spTree>
    <p:extLst>
      <p:ext uri="{BB962C8B-B14F-4D97-AF65-F5344CB8AC3E}">
        <p14:creationId xmlns:p14="http://schemas.microsoft.com/office/powerpoint/2010/main" val="2080522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3D3D9-DECB-401C-B3EA-CF427532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核心方法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F7F8C-371D-4A24-8D4E-C1A1FD39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基线：[关键处理步骤]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目标方法：[增加或替换的核心组件]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机制解释：[为什么这一步可能影响结果]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来源：[图、方法与代码的引用]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E1CA0-0776-4374-B317-41C01E9D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7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7887"/>
                </a:solidFill>
                <a:latin typeface="Heiti TC"/>
                <a:ea typeface="Heiti TC"/>
                <a:cs typeface="Heiti TC"/>
              </a:rPr>
              <a:t>3 / 7 · NLP 项目实践 2026</a:t>
            </a:r>
          </a:p>
        </p:txBody>
      </p:sp>
    </p:spTree>
    <p:extLst>
      <p:ext uri="{BB962C8B-B14F-4D97-AF65-F5344CB8AC3E}">
        <p14:creationId xmlns:p14="http://schemas.microsoft.com/office/powerpoint/2010/main" val="320629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C6128-1886-4ECE-B17C-DDC542B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实验设置与原文差异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96115-493F-4B6B-B70A-6DF74C5E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数据：[来源、样本数、固定划分]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模型与配置：[版本、预算、关键参数]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指标：[定义、方向、评价对象]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差异：[与原文不同的设置及其影响]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E05A3-03ED-4C22-A1A2-7BEC9DC0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7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7887"/>
                </a:solidFill>
                <a:latin typeface="Heiti TC"/>
                <a:ea typeface="Heiti TC"/>
                <a:cs typeface="Heiti TC"/>
              </a:rPr>
              <a:t>4 / 7 · NLP 项目实践 2026</a:t>
            </a:r>
          </a:p>
        </p:txBody>
      </p:sp>
    </p:spTree>
    <p:extLst>
      <p:ext uri="{BB962C8B-B14F-4D97-AF65-F5344CB8AC3E}">
        <p14:creationId xmlns:p14="http://schemas.microsoft.com/office/powerpoint/2010/main" val="1808615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D387D-A917-4144-8630-E2D3B763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主要结果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3DB57-5A06-4AD5-9A09-23126CA8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[替换下表的占位符，填入真实结果]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095625"/>
                <a:gridCol w="2428875"/>
                <a:gridCol w="3057525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实验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设置 / 范围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指标结果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波动 / 证据</a:t>
                      </a:r>
                    </a:p>
                  </a:txBody>
                  <a:tcPr marL="91440" marR="91440" marT="45720" marB="45720">
                    <a:solidFill>
                      <a:srgbClr val="E9EF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原论文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[原目标行]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[原值]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[表号]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本组基线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[实测]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本组方法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[实测]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A"/>
                          </a:solidFill>
                          <a:latin typeface="Heiti TC"/>
                          <a:ea typeface="Heiti TC"/>
                          <a:cs typeface="Heiti TC"/>
                        </a:rPr>
                        <a:t>[填写]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2FF4A-55C8-4870-B95F-69A13C8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7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7887"/>
                </a:solidFill>
                <a:latin typeface="Heiti TC"/>
                <a:ea typeface="Heiti TC"/>
                <a:cs typeface="Heiti TC"/>
              </a:rPr>
              <a:t>5 / 7 · NLP 项目实践 2026</a:t>
            </a:r>
          </a:p>
        </p:txBody>
      </p:sp>
    </p:spTree>
    <p:extLst>
      <p:ext uri="{BB962C8B-B14F-4D97-AF65-F5344CB8AC3E}">
        <p14:creationId xmlns:p14="http://schemas.microsoft.com/office/powerpoint/2010/main" val="538740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697C8-655D-4D13-94FA-84B8126C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消融与代表性错误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C91D4-F106-41D3-890C-FFD83163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只改变：[一个变量]；保持：[其余条件]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结果：[变化及收益或代价]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案例ID：[输入、参照、两种输出]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解释：[证据支持的原因与边界]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92637-E475-4610-8505-01251C8E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7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7887"/>
                </a:solidFill>
                <a:latin typeface="Heiti TC"/>
                <a:ea typeface="Heiti TC"/>
                <a:cs typeface="Heiti TC"/>
              </a:rPr>
              <a:t>6 / 7 · NLP 项目实践 2026</a:t>
            </a:r>
          </a:p>
        </p:txBody>
      </p:sp>
    </p:spTree>
    <p:extLst>
      <p:ext uri="{BB962C8B-B14F-4D97-AF65-F5344CB8AC3E}">
        <p14:creationId xmlns:p14="http://schemas.microsoft.com/office/powerpoint/2010/main" val="1609625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49CD9-6B86-4ED6-8012-50C2A046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结论、限制与成员贡献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A7A64-7FA2-49D9-9366-F5CA1531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主要发现：[证据支持的一条结论]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局限：[样本、模型或评价的限制]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下一步：[一个可检验的实验]</a:t>
            </a:r>
          </a:p>
          <a:p xmlns:a="http://schemas.openxmlformats.org/drawingml/2006/main">
            <a:pPr>
              <a:defRPr sz="2400" b="0">
                <a:solidFill>
                  <a:srgbClr val="18334A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8334A"/>
                </a:solidFill>
                <a:latin typeface="Heiti TC"/>
                <a:ea typeface="Heiti TC"/>
                <a:cs typeface="Heiti TC"/>
              </a:rPr>
              <a:t>分工：[成员与实际运行 / 核验入口]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D476A-F10D-4FB0-ABE3-2869858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7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667887"/>
                </a:solidFill>
                <a:latin typeface="Heiti TC"/>
                <a:ea typeface="Heiti TC"/>
                <a:cs typeface="Heiti TC"/>
              </a:rPr>
              <a:t>7 / 7 · NLP 项目实践 2026</a:t>
            </a:r>
          </a:p>
        </p:txBody>
      </p:sp>
    </p:spTree>
    <p:extLst>
      <p:ext uri="{BB962C8B-B14F-4D97-AF65-F5344CB8AC3E}">
        <p14:creationId xmlns:p14="http://schemas.microsoft.com/office/powerpoint/2010/main" val="173141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2026-09-22T02:26:14.8020000Z</dcterms:created>
  <dcterms:modified xsi:type="dcterms:W3CDTF">2026-09-22T02:26:14.8020000Z</dcterms:modified>
</coreProperties>
</file>